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ActiveBoost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your gym like a pro — one platform, every role, real payments, real time.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2240280"/>
            <a:ext cx="2194560" cy="73152"/>
          </a:xfrm>
          <a:prstGeom prst="rect">
            <a:avLst/>
          </a:prstGeom>
          <a:solidFill>
            <a:srgbClr val="FF4D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463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Spreadsheets for members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for support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registers for payments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attendance registers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it talks to each other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463040" cy="54864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56032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1A1A22"/>
          </a:solidFill>
          <a:ln w="19050">
            <a:solidFill>
              <a:srgbClr val="FF4D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5603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Browser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(Next.js 14)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63240" y="3017520"/>
            <a:ext cx="594360" cy="274320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0" y="256032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1A1A22"/>
          </a:solidFill>
          <a:ln w="19050">
            <a:solidFill>
              <a:srgbClr val="FF4D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25603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REST API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(NestJS)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0760" y="3017520"/>
            <a:ext cx="594360" cy="274320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256032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1A1A22"/>
          </a:solidFill>
          <a:ln w="19050">
            <a:solidFill>
              <a:srgbClr val="FF4D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5603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PostgreSQL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(Prisma)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0" y="42062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1A1A22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42062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Razorpay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Socket.io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3749040"/>
            <a:ext cx="0" cy="45720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4630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gym on the platform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plans &amp; revenue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Platform-wide analytics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 Admin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4630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Members, staff &amp; trainers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&amp; supplement inventory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Diet/workout packages, attendance, reports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4630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 members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session calendar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tracking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4630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 / check-out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requests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 chat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4630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supplements &amp; plans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&amp; renew membership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with the gym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Payment 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463040" cy="54864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Member taps Buy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Backend computes the real price — server-side, never trusted from the browser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Razorpay checkout opens, member pays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Signature verified server-side (HMAC)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Order confirmed, stock decremented, admin dashboard updates instantly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4630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 on every endpoint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side effects (one payment event → order fulfillment, commission, notifications — independently)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migrations tracked, schema typed end to end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NestJS + Next.js + PostgreSQL + Socket.io + Razorpay + Cloudinary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ActiveBoost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login. Every role. Real payments. Real time.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2240280"/>
            <a:ext cx="2194560" cy="73152"/>
          </a:xfrm>
          <a:prstGeom prst="rect">
            <a:avLst/>
          </a:prstGeom>
          <a:solidFill>
            <a:srgbClr val="FF4D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2026-06-24T13:49:53Z</dcterms:created>
  <dcterms:modified xsi:type="dcterms:W3CDTF">2026-06-24T13:49:53Z</dcterms:modified>
</cp:coreProperties>
</file>